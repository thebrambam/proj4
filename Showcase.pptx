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9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1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3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74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63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56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6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2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94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6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27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2910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87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64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32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91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66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3AE56B-2A3E-4785-8379-6EEE74BDCFC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4B2FF-990F-4BE8-9856-ED09896FB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362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B240-4A8E-D4E4-4928-77BD76B23E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Life Benefit Registration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E5410-37DE-53AD-3FF9-C8D7DD983B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Lifeline use of older technology</a:t>
            </a:r>
          </a:p>
        </p:txBody>
      </p:sp>
    </p:spTree>
    <p:extLst>
      <p:ext uri="{BB962C8B-B14F-4D97-AF65-F5344CB8AC3E}">
        <p14:creationId xmlns:p14="http://schemas.microsoft.com/office/powerpoint/2010/main" val="420491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8CF2-0562-193F-24BB-CE178792D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770EA-E587-BA69-27DF-D235D3E4B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Lifeline program is administered through Universal Service Administrative Company (USAC) (FCC)</a:t>
            </a:r>
          </a:p>
          <a:p>
            <a:endParaRPr lang="en-US" dirty="0"/>
          </a:p>
          <a:p>
            <a:r>
              <a:rPr lang="en-US" dirty="0"/>
              <a:t>Assists low-income consumers with mobile telecommunications capabilities</a:t>
            </a:r>
          </a:p>
          <a:p>
            <a:endParaRPr lang="en-US" dirty="0"/>
          </a:p>
          <a:p>
            <a:r>
              <a:rPr lang="en-US" dirty="0"/>
              <a:t>VA has a smartphone app,  but what about for broadband flip phones?</a:t>
            </a:r>
          </a:p>
        </p:txBody>
      </p:sp>
    </p:spTree>
    <p:extLst>
      <p:ext uri="{BB962C8B-B14F-4D97-AF65-F5344CB8AC3E}">
        <p14:creationId xmlns:p14="http://schemas.microsoft.com/office/powerpoint/2010/main" val="103978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E817-A58C-76CB-D70F-779D8EA3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Pre-need Eligibility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085AB-29B5-8CCB-9E35-472AF52B7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32" y="1544918"/>
            <a:ext cx="6536987" cy="4195481"/>
          </a:xfrm>
        </p:spPr>
        <p:txBody>
          <a:bodyPr/>
          <a:lstStyle/>
          <a:p>
            <a:r>
              <a:rPr lang="en-US" dirty="0"/>
              <a:t>Assists family with burial plans for the Veteran</a:t>
            </a:r>
          </a:p>
          <a:p>
            <a:endParaRPr lang="en-US" dirty="0"/>
          </a:p>
          <a:p>
            <a:r>
              <a:rPr lang="en-US" dirty="0"/>
              <a:t>Easier to complete prior to need due to other emotional events</a:t>
            </a:r>
          </a:p>
          <a:p>
            <a:endParaRPr lang="en-US" dirty="0"/>
          </a:p>
          <a:p>
            <a:r>
              <a:rPr lang="en-US" dirty="0"/>
              <a:t>Eases burden on family</a:t>
            </a:r>
          </a:p>
        </p:txBody>
      </p:sp>
      <p:pic>
        <p:nvPicPr>
          <p:cNvPr id="5" name="Picture 4" descr="A form with text and numbers&#10;&#10;AI-generated content may be incorrect.">
            <a:extLst>
              <a:ext uri="{FF2B5EF4-FFF2-40B4-BE49-F238E27FC236}">
                <a16:creationId xmlns:a16="http://schemas.microsoft.com/office/drawing/2014/main" id="{09BF9925-B951-B706-D40E-FB9CBDBD5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919" y="1684101"/>
            <a:ext cx="5277149" cy="493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08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12C9-602B-D2B9-6B3D-7B296C98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72838-7A50-D637-469D-0B0A74291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752" y="1433159"/>
            <a:ext cx="8946541" cy="2234602"/>
          </a:xfrm>
        </p:spPr>
        <p:txBody>
          <a:bodyPr/>
          <a:lstStyle/>
          <a:p>
            <a:r>
              <a:rPr lang="en-US" dirty="0"/>
              <a:t>Just like smartphone app, it pulls all information from the Veteran’s profile to complete.</a:t>
            </a:r>
          </a:p>
          <a:p>
            <a:endParaRPr lang="en-US" dirty="0"/>
          </a:p>
          <a:p>
            <a:r>
              <a:rPr lang="en-US" dirty="0"/>
              <a:t>Reduces steps for flip-phone users to complete on the keypad.</a:t>
            </a:r>
          </a:p>
        </p:txBody>
      </p:sp>
      <p:pic>
        <p:nvPicPr>
          <p:cNvPr id="5" name="Picture 4" descr="A screenshot of a phone application&#10;&#10;AI-generated content may be incorrect.">
            <a:extLst>
              <a:ext uri="{FF2B5EF4-FFF2-40B4-BE49-F238E27FC236}">
                <a16:creationId xmlns:a16="http://schemas.microsoft.com/office/drawing/2014/main" id="{75EC4F51-F745-E2BD-F194-AF1666071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23" y="3764151"/>
            <a:ext cx="4016088" cy="2972058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7D3182-1E59-C41A-B9C9-348080F74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179" y="3764151"/>
            <a:ext cx="3939881" cy="29796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443378-272A-2B8C-2893-F72C177CB1F9}"/>
              </a:ext>
            </a:extLst>
          </p:cNvPr>
          <p:cNvSpPr txBox="1"/>
          <p:nvPr/>
        </p:nvSpPr>
        <p:spPr>
          <a:xfrm>
            <a:off x="1518927" y="3200400"/>
            <a:ext cx="282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Right-handed interface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BB06E-FD1B-FC7D-F8A0-745370F5D339}"/>
              </a:ext>
            </a:extLst>
          </p:cNvPr>
          <p:cNvSpPr txBox="1"/>
          <p:nvPr/>
        </p:nvSpPr>
        <p:spPr>
          <a:xfrm>
            <a:off x="7843519" y="32004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Left-handed interface</a:t>
            </a:r>
          </a:p>
        </p:txBody>
      </p:sp>
      <p:pic>
        <p:nvPicPr>
          <p:cNvPr id="11" name="Picture 10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24896751-1AFF-FBE3-1A1D-D430F5CAD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573" y="202639"/>
            <a:ext cx="1334981" cy="290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58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1666-1E5E-0FEC-2153-7B68EF38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A89E4-9922-80DE-F937-899782875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https://www.fcc.gov/general/lifeline-program-low-income-consumers</a:t>
            </a:r>
          </a:p>
        </p:txBody>
      </p:sp>
    </p:spTree>
    <p:extLst>
      <p:ext uri="{BB962C8B-B14F-4D97-AF65-F5344CB8AC3E}">
        <p14:creationId xmlns:p14="http://schemas.microsoft.com/office/powerpoint/2010/main" val="1283347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</TotalTime>
  <Words>116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End of Life Benefit Registration</vt:lpstr>
      <vt:lpstr>Motivation</vt:lpstr>
      <vt:lpstr>Pre-need Eligibility</vt:lpstr>
      <vt:lpstr>Application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Brambilla</dc:creator>
  <cp:lastModifiedBy>Anthony Brambilla</cp:lastModifiedBy>
  <cp:revision>3</cp:revision>
  <dcterms:created xsi:type="dcterms:W3CDTF">2025-12-10T13:48:28Z</dcterms:created>
  <dcterms:modified xsi:type="dcterms:W3CDTF">2025-12-10T14:20:35Z</dcterms:modified>
</cp:coreProperties>
</file>